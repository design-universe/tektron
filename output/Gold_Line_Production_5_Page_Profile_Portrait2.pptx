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3180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image" Target="../media/image12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45481" y="-24032"/>
            <a:ext cx="8053050" cy="10737400"/>
          </a:xfrm>
          <a:prstGeom prst="rect">
            <a:avLst/>
          </a:prstGeom>
        </p:spPr>
      </p:pic>
      <p:pic>
        <p:nvPicPr>
          <p:cNvPr id="4" name="Picture 3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38912"/>
            <a:ext cx="2057400" cy="8596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843861"/>
            <a:ext cx="2377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 dirty="0">
                <a:solidFill>
                  <a:srgbClr val="F3C76A"/>
                </a:solidFill>
                <a:latin typeface="Aptos"/>
              </a:rPr>
              <a:t>COMPANY PROFILE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136469"/>
            <a:ext cx="1280160" cy="0"/>
          </a:xfrm>
          <a:prstGeom prst="line">
            <a:avLst/>
          </a:prstGeom>
          <a:ln w="1905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392501"/>
            <a:ext cx="6355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 dirty="0">
                <a:solidFill>
                  <a:srgbClr val="F8F4EA"/>
                </a:solidFill>
                <a:latin typeface="Aptos Display"/>
              </a:rPr>
              <a:t>BUILT OVER MONTHS.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900" b="1" i="0" dirty="0">
                <a:solidFill>
                  <a:srgbClr val="F3C76A"/>
                </a:solidFill>
                <a:latin typeface="Aptos Display"/>
              </a:rPr>
              <a:t>SEEN IN SECONDS.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 i="0" dirty="0">
                <a:solidFill>
                  <a:srgbClr val="C8BCA8"/>
                </a:solidFill>
                <a:latin typeface="Aptos"/>
              </a:rPr>
              <a:t>Premium time-lapse documentation, corporate video and broadcast-ready production for every industry across the UAE &amp; GCC.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894635"/>
            <a:ext cx="1481328" cy="658368"/>
          </a:xfrm>
          <a:prstGeom prst="roundRect">
            <a:avLst/>
          </a:prstGeom>
          <a:solidFill>
            <a:srgbClr val="101010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6031794"/>
            <a:ext cx="4023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3C76A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6022651"/>
            <a:ext cx="7498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8F4EA"/>
                </a:solidFill>
                <a:latin typeface="Aptos"/>
              </a:rPr>
              <a:t>CAPTURE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5894635"/>
            <a:ext cx="1481328" cy="658368"/>
          </a:xfrm>
          <a:prstGeom prst="roundRect">
            <a:avLst/>
          </a:prstGeom>
          <a:solidFill>
            <a:srgbClr val="101010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70632" y="6031794"/>
            <a:ext cx="4023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3C76A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256" y="6022651"/>
            <a:ext cx="7498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8F4EA"/>
                </a:solidFill>
                <a:latin typeface="Aptos"/>
              </a:rPr>
              <a:t>PROGRESS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5894635"/>
            <a:ext cx="1481328" cy="658368"/>
          </a:xfrm>
          <a:prstGeom prst="roundRect">
            <a:avLst/>
          </a:prstGeom>
          <a:solidFill>
            <a:srgbClr val="101010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28032" y="6031794"/>
            <a:ext cx="4023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3C76A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6022651"/>
            <a:ext cx="7498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8F4EA"/>
                </a:solidFill>
                <a:latin typeface="Aptos"/>
              </a:rPr>
              <a:t>REVEAL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946195"/>
            <a:ext cx="3291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3C76A"/>
                </a:solidFill>
                <a:latin typeface="Aptos"/>
              </a:rPr>
              <a:t>TIME-LAPSE VIDEO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7238803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F8F4EA"/>
                </a:solidFill>
                <a:latin typeface="Aptos"/>
              </a:rPr>
              <a:t>Every Industry  ·  Across the UAE &amp; GCC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7860595"/>
            <a:ext cx="6309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30" b="0" i="0">
                <a:solidFill>
                  <a:srgbClr val="8C8577"/>
                </a:solidFill>
                <a:latin typeface="Aptos"/>
              </a:rPr>
              <a:t>www.goldline-production.com  |  info@goldline-production.com  |  +971 50 677 3781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26934" y="698"/>
            <a:ext cx="8015956" cy="10687940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20624"/>
            <a:ext cx="1691640" cy="706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0337" y="594360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 dirty="0">
                <a:solidFill>
                  <a:srgbClr val="F3C76A"/>
                </a:solidFill>
                <a:latin typeface="Aptos"/>
              </a:rPr>
              <a:t>WHO WE ARE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868680"/>
            <a:ext cx="685800" cy="0"/>
          </a:xfrm>
          <a:prstGeom prst="line">
            <a:avLst/>
          </a:prstGeom>
          <a:ln w="1778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207008"/>
            <a:ext cx="6309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F8F4EA"/>
                </a:solidFill>
                <a:latin typeface="Aptos Display"/>
              </a:rPr>
              <a:t>Transforming months of progress into seconds of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37947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 i="0">
                <a:solidFill>
                  <a:srgbClr val="C8BCA8"/>
                </a:solidFill>
                <a:latin typeface="Aptos"/>
              </a:rPr>
              <a:t>Gold Line Production is a UAE-based production house specializing in time-lapse documentation, corporate video and broadcast-ready content. From high-rise construction to industrial installations, our team captures the full story of progress with technical reliability and cinematic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11296"/>
            <a:ext cx="3611880" cy="1005840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3639312"/>
            <a:ext cx="5029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3C76A"/>
                </a:solidFill>
                <a:latin typeface="Aptos Display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874007"/>
            <a:ext cx="32826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 dirty="0">
                <a:solidFill>
                  <a:srgbClr val="F8F4EA"/>
                </a:solidFill>
                <a:latin typeface="Aptos"/>
              </a:rPr>
              <a:t>Cross-industry capability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128516"/>
            <a:ext cx="3282696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" b="0" i="0" dirty="0">
                <a:solidFill>
                  <a:srgbClr val="C8BCA8"/>
                </a:solidFill>
                <a:latin typeface="Aptos"/>
              </a:rPr>
              <a:t>Construction, live events, AV/broadcast installs, industrial works and infrastructure projects — one agile production team.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36592"/>
            <a:ext cx="3611880" cy="1005840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4864607"/>
            <a:ext cx="5029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3C76A"/>
                </a:solidFill>
                <a:latin typeface="Aptos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099304"/>
            <a:ext cx="32826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8F4EA"/>
                </a:solidFill>
                <a:latin typeface="Aptos"/>
              </a:rPr>
              <a:t>Self-contained capture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353812"/>
            <a:ext cx="3282696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" b="0" i="0">
                <a:solidFill>
                  <a:srgbClr val="C8BCA8"/>
                </a:solidFill>
                <a:latin typeface="Aptos"/>
              </a:rPr>
              <a:t>Solar-powered 8MP / 24MP / 48MP cameras built for unmanned, long-duration site documentation.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961888"/>
            <a:ext cx="3611880" cy="1005840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6089903"/>
            <a:ext cx="50292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3C76A"/>
                </a:solidFill>
                <a:latin typeface="Aptos Display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6324599"/>
            <a:ext cx="32826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8F4EA"/>
                </a:solidFill>
                <a:latin typeface="Aptos"/>
              </a:rPr>
              <a:t>End-to-end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6579107"/>
            <a:ext cx="3282696" cy="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" b="0" i="0">
                <a:solidFill>
                  <a:srgbClr val="C8BCA8"/>
                </a:solidFill>
                <a:latin typeface="Aptos"/>
              </a:rPr>
              <a:t>From raw on-site capture through editing, branding, progress reels and broadcast-ready final content.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43984" y="2084831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onstruc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103120"/>
            <a:ext cx="2615184" cy="14173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62272" y="3191256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255263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Construction &amp; Real Estate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43984" y="3666744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ven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3685031"/>
            <a:ext cx="2615184" cy="14173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462272" y="4773167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837175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Live Events &amp; Public Gatherings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43984" y="5248656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a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5266944"/>
            <a:ext cx="2615184" cy="14173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462272" y="6355079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0" y="6419088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AV / Broadcast / Immersive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6830568"/>
            <a:ext cx="2651760" cy="1453896"/>
          </a:xfrm>
          <a:prstGeom prst="rect">
            <a:avLst/>
          </a:prstGeom>
          <a:solidFill>
            <a:srgbClr val="D8A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ndustri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6848855"/>
            <a:ext cx="2615184" cy="141732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462272" y="7936992"/>
            <a:ext cx="2615184" cy="3291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0" y="8001000"/>
            <a:ext cx="239572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70" b="1" i="0">
                <a:solidFill>
                  <a:srgbClr val="F8F4EA"/>
                </a:solidFill>
                <a:latin typeface="Aptos"/>
              </a:rPr>
              <a:t>Industrial &amp; Energy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4977" y="9541294"/>
            <a:ext cx="5897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dirty="0">
                <a:solidFill>
                  <a:srgbClr val="F3C76A"/>
                </a:solidFill>
                <a:latin typeface="Aptos Display"/>
              </a:rPr>
              <a:t>ONE PRODUCTION PARTNER. EVERY INDUSTRY. EVERY MILESTONE CAPTURED.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1414" y="-5276"/>
            <a:ext cx="8024916" cy="10699888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20624"/>
            <a:ext cx="1691640" cy="706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94360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3C76A"/>
                </a:solidFill>
                <a:latin typeface="Aptos"/>
              </a:rPr>
              <a:t>OUR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868680"/>
            <a:ext cx="685800" cy="0"/>
          </a:xfrm>
          <a:prstGeom prst="line">
            <a:avLst/>
          </a:prstGeom>
          <a:ln w="1778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161288"/>
            <a:ext cx="630936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8F4EA"/>
                </a:solidFill>
                <a:latin typeface="Aptos Display"/>
              </a:rPr>
              <a:t>Time-lapse and video production across every project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852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0" i="0">
                <a:solidFill>
                  <a:srgbClr val="C8BCA8"/>
                </a:solidFill>
                <a:latin typeface="Aptos"/>
              </a:rPr>
              <a:t>A precise service portfolio covering documentation from groundbreak to broadcast.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7" y="3150108"/>
            <a:ext cx="3200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 dirty="0">
                <a:solidFill>
                  <a:srgbClr val="F3C76A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1" y="31409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 dirty="0">
                <a:solidFill>
                  <a:srgbClr val="F8F4EA"/>
                </a:solidFill>
                <a:latin typeface="Aptos"/>
              </a:rPr>
              <a:t>Building Construction
Time-lapse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1" y="35798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Groundbreak through topping-out, full structural progression for stakeholders and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8224" y="3150108"/>
            <a:ext cx="3200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3C76A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1409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Infrastructure Projects
Time-lapse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5798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Large-scale civil works, roads, structural builds and long-term progress records.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480560"/>
            <a:ext cx="3200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 dirty="0">
                <a:solidFill>
                  <a:srgbClr val="F3C76A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471416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Industrial Facilities
Time-lapse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91032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Plant, warehouse, energy and process facility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480560"/>
            <a:ext cx="3200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3C76A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4471416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Renovations &amp; Fit-outs
Time-lapse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491032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Interior and shell transformations captured from before to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018159"/>
            <a:ext cx="3200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 dirty="0">
                <a:solidFill>
                  <a:srgbClr val="F3C76A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6009015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Live Events &amp; Public
Gatherings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6447927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Setup, rigging, stage build-up and live event coverage from empty venue to audience.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31335" y="6018159"/>
            <a:ext cx="3200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3C76A"/>
                </a:solidFill>
                <a:latin typeface="Apto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6009015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40" b="1" i="0">
                <a:solidFill>
                  <a:srgbClr val="F8F4EA"/>
                </a:solidFill>
                <a:latin typeface="Aptos"/>
              </a:rPr>
              <a:t>Corporate Video &amp;
Broadcast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6447927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40" b="0" i="0">
                <a:solidFill>
                  <a:srgbClr val="C8BCA8"/>
                </a:solidFill>
                <a:latin typeface="Aptos"/>
              </a:rPr>
              <a:t>Brand films, event videos and polished, broadcast-ready final content.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6931152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40" b="1" i="0">
                <a:solidFill>
                  <a:srgbClr val="F3C76A"/>
                </a:solidFill>
                <a:latin typeface="Aptos"/>
              </a:rPr>
              <a:t>CAPTURE HARDWARE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7242048"/>
            <a:ext cx="553212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C8BCA8"/>
                </a:solidFill>
                <a:latin typeface="Aptos"/>
              </a:rPr>
              <a:t>Solar-powered cameras built for unmanned, long-duration capture — no external power required for projects that run for months at a time.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" y="7772400"/>
            <a:ext cx="1591056" cy="804672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5" y="7827264"/>
            <a:ext cx="1042416" cy="69494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68096" y="8650224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3C76A"/>
                </a:solidFill>
                <a:latin typeface="Aptos"/>
              </a:rPr>
              <a:t>8MP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8650224"/>
            <a:ext cx="12070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" b="0" i="0">
                <a:solidFill>
                  <a:srgbClr val="F8F4EA"/>
                </a:solidFill>
                <a:latin typeface="Aptos"/>
              </a:rPr>
              <a:t>Reliable documentation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61488" y="7772400"/>
            <a:ext cx="1591056" cy="804672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5368" y="7827264"/>
            <a:ext cx="463296" cy="694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761488" y="8650224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3C76A"/>
                </a:solidFill>
                <a:latin typeface="Aptos"/>
              </a:rPr>
              <a:t>24MP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8650224"/>
            <a:ext cx="12070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" b="0" i="0">
                <a:solidFill>
                  <a:srgbClr val="F8F4EA"/>
                </a:solidFill>
                <a:latin typeface="Aptos"/>
              </a:rPr>
              <a:t>Higher-resolution capture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7772400"/>
            <a:ext cx="1591056" cy="804672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-3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7827264"/>
            <a:ext cx="1042416" cy="6949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80" y="8650224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F3C76A"/>
                </a:solidFill>
                <a:latin typeface="Aptos"/>
              </a:rPr>
              <a:t>48MP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5232" y="8650224"/>
            <a:ext cx="12070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" b="0" i="0">
                <a:solidFill>
                  <a:srgbClr val="F8F4EA"/>
                </a:solidFill>
                <a:latin typeface="Aptos"/>
              </a:rPr>
              <a:t>Flagship clarity &amp; zoom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45481" y="-24032"/>
            <a:ext cx="8053050" cy="10737400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20624"/>
            <a:ext cx="1691640" cy="706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94360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3C76A"/>
                </a:solidFill>
                <a:latin typeface="Aptos"/>
              </a:rPr>
              <a:t>OUR CLIENTS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868680"/>
            <a:ext cx="685800" cy="0"/>
          </a:xfrm>
          <a:prstGeom prst="line">
            <a:avLst/>
          </a:prstGeom>
          <a:ln w="1778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188720"/>
            <a:ext cx="6217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F8F4EA"/>
                </a:solidFill>
                <a:latin typeface="Aptos Display"/>
              </a:rPr>
              <a:t>Trusted by teams across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9384"/>
            <a:ext cx="63550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30" b="0" i="0">
                <a:solidFill>
                  <a:srgbClr val="C8BCA8"/>
                </a:solidFill>
                <a:latin typeface="Aptos"/>
              </a:rPr>
              <a:t>A selection of brands and organizations we have supported with time-lapse documentation, corporate video and production coverage across construction, industrial, healthcare, retail, media and public-facing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Project progress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0552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49424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Industrial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Equipment &amp; facilities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58184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77056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056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Setup to live delivery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85816" y="2788920"/>
            <a:ext cx="1417320" cy="658368"/>
          </a:xfrm>
          <a:prstGeom prst="roundRect">
            <a:avLst/>
          </a:prstGeom>
          <a:solidFill>
            <a:srgbClr val="1B1B1B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04688" y="28895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30" b="1" i="0">
                <a:solidFill>
                  <a:srgbClr val="F3C76A"/>
                </a:solidFill>
                <a:latin typeface="Aptos"/>
              </a:rPr>
              <a:t>Corporate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3108960"/>
            <a:ext cx="1143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90" b="0" i="0">
                <a:solidFill>
                  <a:srgbClr val="C8BCA8"/>
                </a:solidFill>
                <a:latin typeface="Aptos"/>
              </a:rPr>
              <a:t>Brand &amp; broadcast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94760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lient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68" y="3904488"/>
            <a:ext cx="1429512" cy="61264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770632" y="3794760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ient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5140" y="3904488"/>
            <a:ext cx="1429512" cy="61264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46904" y="3794760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client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1412" y="3904488"/>
            <a:ext cx="1429512" cy="61264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94360" y="4745736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lient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868" y="4855464"/>
            <a:ext cx="1429512" cy="61264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770632" y="4745736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lient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25140" y="4855464"/>
            <a:ext cx="1429512" cy="61264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4946904" y="4745736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client_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1412" y="4855464"/>
            <a:ext cx="1429512" cy="61264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594360" y="5696712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lient_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8868" y="5806440"/>
            <a:ext cx="1429512" cy="612648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770632" y="5696712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client_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25140" y="5806440"/>
            <a:ext cx="1429512" cy="612648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946904" y="5696712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client_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1412" y="5806440"/>
            <a:ext cx="1429512" cy="612648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94360" y="6647688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ient_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868" y="6757416"/>
            <a:ext cx="1429512" cy="61264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2770632" y="6647688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client_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25140" y="6757416"/>
            <a:ext cx="1429512" cy="612648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46904" y="6647688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client_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1412" y="6757416"/>
            <a:ext cx="1429512" cy="612648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94360" y="7598664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client_1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8868" y="7708392"/>
            <a:ext cx="1429512" cy="612648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770632" y="7598664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lient_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25140" y="7708392"/>
            <a:ext cx="1429512" cy="61264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4946904" y="7598664"/>
            <a:ext cx="1938528" cy="832104"/>
          </a:xfrm>
          <a:prstGeom prst="roundRect">
            <a:avLst/>
          </a:prstGeom>
          <a:solidFill>
            <a:srgbClr val="F7F1E6"/>
          </a:solidFill>
          <a:ln w="9525">
            <a:solidFill>
              <a:srgbClr val="9B6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lient_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01412" y="7708392"/>
            <a:ext cx="1429512" cy="61264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02920" y="8732520"/>
            <a:ext cx="6309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20" b="0" i="1">
                <a:solidFill>
                  <a:srgbClr val="8C8577"/>
                </a:solidFill>
                <a:latin typeface="Aptos"/>
              </a:rPr>
              <a:t>Logos shown are property of their respective owners and used with permission to represent past work.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1414" y="-5276"/>
            <a:ext cx="8024916" cy="10699888"/>
          </a:xfrm>
          <a:prstGeom prst="rect">
            <a:avLst/>
          </a:prstGeom>
        </p:spPr>
      </p:pic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960120"/>
            <a:ext cx="2880360" cy="12035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60009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50" b="1" i="0" dirty="0">
                <a:solidFill>
                  <a:srgbClr val="F3C76A"/>
                </a:solidFill>
                <a:latin typeface="Aptos Display"/>
              </a:rPr>
              <a:t>LET'S DOCUMENT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4057298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 i="0">
                <a:solidFill>
                  <a:srgbClr val="C8BCA8"/>
                </a:solidFill>
                <a:latin typeface="Aptos"/>
              </a:rPr>
              <a:t>Timelapse · Corporate Video · Broadcast Production — every industry, across the GCC</a:t>
            </a:r>
          </a:p>
        </p:txBody>
      </p:sp>
      <p:pic>
        <p:nvPicPr>
          <p:cNvPr id="7" name="Picture 6" descr="image-5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112199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5112199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5322511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www.goldline-production.com</a:t>
            </a:r>
          </a:p>
        </p:txBody>
      </p:sp>
      <p:pic>
        <p:nvPicPr>
          <p:cNvPr id="10" name="Picture 9" descr="image-5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953447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81328" y="5953447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6163759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info@goldline-production.com</a:t>
            </a:r>
          </a:p>
        </p:txBody>
      </p:sp>
      <p:pic>
        <p:nvPicPr>
          <p:cNvPr id="13" name="Picture 12" descr="image-5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6794695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81328" y="6794695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7005007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+971 50 677 3781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" y="7654231"/>
            <a:ext cx="292608" cy="292608"/>
          </a:xfrm>
          <a:prstGeom prst="ellipse">
            <a:avLst/>
          </a:prstGeom>
          <a:noFill/>
          <a:ln w="17780">
            <a:solidFill>
              <a:srgbClr val="F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1115568" y="7168896"/>
            <a:ext cx="0" cy="164592"/>
          </a:xfrm>
          <a:prstGeom prst="line">
            <a:avLst/>
          </a:prstGeom>
          <a:ln w="1270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81328" y="7635943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90" b="1" i="0">
                <a:solidFill>
                  <a:srgbClr val="F3C76A"/>
                </a:solidFill>
                <a:latin typeface="Aptos"/>
              </a:rPr>
              <a:t>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7846255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 i="0">
                <a:solidFill>
                  <a:srgbClr val="F8F4EA"/>
                </a:solidFill>
                <a:latin typeface="Aptos"/>
              </a:rPr>
              <a:t>Dubai, United Arab Emirates — serving the GCC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8394192"/>
            <a:ext cx="6446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 i="0">
                <a:solidFill>
                  <a:srgbClr val="F3C76A"/>
                </a:solidFill>
                <a:latin typeface="Aptos"/>
              </a:rPr>
              <a:t>FOLLOW US</a:t>
            </a:r>
          </a:p>
        </p:txBody>
      </p:sp>
      <p:pic>
        <p:nvPicPr>
          <p:cNvPr id="21" name="Picture 20" descr="image-5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8648" y="8732520"/>
            <a:ext cx="347472" cy="347472"/>
          </a:xfrm>
          <a:prstGeom prst="rect">
            <a:avLst/>
          </a:prstGeom>
        </p:spPr>
      </p:pic>
      <p:pic>
        <p:nvPicPr>
          <p:cNvPr id="22" name="Picture 21" descr="image-5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8732520"/>
            <a:ext cx="347472" cy="347472"/>
          </a:xfrm>
          <a:prstGeom prst="rect">
            <a:avLst/>
          </a:prstGeom>
        </p:spPr>
      </p:pic>
      <p:pic>
        <p:nvPicPr>
          <p:cNvPr id="23" name="Picture 22" descr="image-5-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9352" y="8732520"/>
            <a:ext cx="347472" cy="347472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240280" y="9372600"/>
            <a:ext cx="3081528" cy="0"/>
          </a:xfrm>
          <a:prstGeom prst="line">
            <a:avLst/>
          </a:prstGeom>
          <a:ln w="16510">
            <a:solidFill>
              <a:srgbClr val="F3C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9582912"/>
            <a:ext cx="644652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8912" y="10195560"/>
            <a:ext cx="6675120" cy="0"/>
          </a:xfrm>
          <a:prstGeom prst="line">
            <a:avLst/>
          </a:prstGeom>
          <a:ln w="6350">
            <a:solidFill>
              <a:srgbClr val="9B6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8912" y="1025956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1" i="0">
                <a:solidFill>
                  <a:srgbClr val="8C8577"/>
                </a:solidFill>
                <a:latin typeface="Aptos"/>
              </a:rPr>
              <a:t>GOLD LINE PRODUCTION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0259568"/>
            <a:ext cx="320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0" i="0">
                <a:solidFill>
                  <a:srgbClr val="8C8577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ld Line Production">
  <a:themeElements>
    <a:clrScheme name="Gold Line">
      <a:dk1>
        <a:sysClr val="windowText" lastClr="1B1B1B"/>
      </a:dk1>
      <a:lt1>
        <a:srgbClr val="F8F4EA"/>
      </a:lt1>
      <a:dk2>
        <a:srgbClr val="9B6518"/>
      </a:dk2>
      <a:lt2>
        <a:srgbClr val="C8BCA8"/>
      </a:lt2>
      <a:accent1>
        <a:srgbClr val="F3C76A"/>
      </a:accent1>
      <a:accent2>
        <a:srgbClr val="9B6518"/>
      </a:accent2>
      <a:accent3>
        <a:srgbClr val="D8A13A"/>
      </a:accent3>
      <a:accent4>
        <a:srgbClr val="C8BCA8"/>
      </a:accent4>
      <a:accent5>
        <a:srgbClr val="8C8577"/>
      </a:accent5>
      <a:accent6>
        <a:srgbClr val="1B1B1B"/>
      </a:accent6>
      <a:hlink>
        <a:srgbClr val="9B6518"/>
      </a:hlink>
      <a:folHlink>
        <a:srgbClr val="8C8577"/>
      </a:folHlink>
    </a:clrScheme>
    <a:fontScheme name="Office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514</Words>
  <Application>Microsoft Office PowerPoint</Application>
  <PresentationFormat>Custom</PresentationFormat>
  <Paragraphs>93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Gold Line Production – Company Profile</vt:lpstr>
      <vt:lpstr>Who We Are</vt:lpstr>
      <vt:lpstr>Our Services</vt:lpstr>
      <vt:lpstr>Our Clients</vt:lpstr>
      <vt:lpstr>Let’s Document What’s Next</vt:lpstr>
    </vt:vector>
  </TitlesOfParts>
  <Manager/>
  <Company>Gold Line Production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Gold Line Production – Company Profile</dc:title>
  <dc:subject>Time-lapse, corporate video &amp; broadcast production across the UAE &amp; GCC</dc:subject>
  <dc:creator>user</dc:creator>
  <cp:keywords>Gold Line Production, time-lapse, corporate video, broadcast, UAE, GCC, company profile</cp:keywords>
  <dc:description>Gold Line Production company profile deck</dc:description>
  <cp:lastModifiedBy>Mohammed Imtiyaz (Tektronix)</cp:lastModifiedBy>
  <cp:revision>3</cp:revision>
  <dcterms:created xsi:type="dcterms:W3CDTF">2013-01-27T09:14:16Z</dcterms:created>
  <dcterms:modified xsi:type="dcterms:W3CDTF">2026-07-09T07:42:14Z</dcterms:modified>
  <cp:category/>
</cp:coreProperties>
</file>